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2" r:id="rId6"/>
    <p:sldId id="259" r:id="rId7"/>
    <p:sldId id="268" r:id="rId8"/>
    <p:sldId id="261" r:id="rId9"/>
    <p:sldId id="260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DA0057-7345-7744-8CDB-2E81497C088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116BF33-7FE5-1045-846B-5D09101A0CFE}">
      <dgm:prSet phldrT="[Text]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ahoma" pitchFamily="34" charset="0"/>
              <a:ea typeface="Tahoma" pitchFamily="34" charset="0"/>
              <a:cs typeface="Tahoma" pitchFamily="34" charset="0"/>
            </a:rPr>
            <a:t>Define</a:t>
          </a:r>
        </a:p>
      </dgm:t>
    </dgm:pt>
    <dgm:pt modelId="{180CF6C1-4628-6948-8362-4B2158D36198}" type="parTrans" cxnId="{3C1ABA02-5477-454D-809B-D9781FCC21BA}">
      <dgm:prSet/>
      <dgm:spPr/>
      <dgm:t>
        <a:bodyPr/>
        <a:lstStyle/>
        <a:p>
          <a:endParaRPr lang="en-US" sz="1800"/>
        </a:p>
      </dgm:t>
    </dgm:pt>
    <dgm:pt modelId="{9431ED8D-846B-B94E-BE75-9C87D023FC07}" type="sibTrans" cxnId="{3C1ABA02-5477-454D-809B-D9781FCC21BA}">
      <dgm:prSet/>
      <dgm:spPr/>
      <dgm:t>
        <a:bodyPr/>
        <a:lstStyle/>
        <a:p>
          <a:endParaRPr lang="en-US"/>
        </a:p>
      </dgm:t>
    </dgm:pt>
    <dgm:pt modelId="{E17780DB-A22D-1941-BA4C-312A1A0FC132}">
      <dgm:prSet phldrT="[Text]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ahoma" pitchFamily="34" charset="0"/>
              <a:ea typeface="Tahoma" pitchFamily="34" charset="0"/>
              <a:cs typeface="Tahoma" pitchFamily="34" charset="0"/>
            </a:rPr>
            <a:t>Measure</a:t>
          </a:r>
        </a:p>
      </dgm:t>
    </dgm:pt>
    <dgm:pt modelId="{BF53796C-AB78-D241-A2D1-BF881DAF857D}" type="parTrans" cxnId="{70A4F4C5-F471-F146-AEB1-9037E7ACA684}">
      <dgm:prSet/>
      <dgm:spPr/>
      <dgm:t>
        <a:bodyPr/>
        <a:lstStyle/>
        <a:p>
          <a:endParaRPr lang="en-US" sz="1800"/>
        </a:p>
      </dgm:t>
    </dgm:pt>
    <dgm:pt modelId="{37EA7998-E098-9944-B808-009C25C89ED9}" type="sibTrans" cxnId="{70A4F4C5-F471-F146-AEB1-9037E7ACA684}">
      <dgm:prSet/>
      <dgm:spPr/>
      <dgm:t>
        <a:bodyPr/>
        <a:lstStyle/>
        <a:p>
          <a:endParaRPr lang="en-US"/>
        </a:p>
      </dgm:t>
    </dgm:pt>
    <dgm:pt modelId="{0D9C9580-2314-459B-98CC-B98690706F2C}">
      <dgm:prSet phldrT="[Text]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ahoma" pitchFamily="34" charset="0"/>
              <a:ea typeface="Tahoma" pitchFamily="34" charset="0"/>
              <a:cs typeface="Tahoma" pitchFamily="34" charset="0"/>
            </a:rPr>
            <a:t>Analyze</a:t>
          </a:r>
        </a:p>
      </dgm:t>
    </dgm:pt>
    <dgm:pt modelId="{A40DBC3D-906D-4B4F-B1FA-445A7AFEFC6D}" type="parTrans" cxnId="{71D76F71-92AB-49FE-97A2-5AE752FDDD08}">
      <dgm:prSet/>
      <dgm:spPr/>
      <dgm:t>
        <a:bodyPr/>
        <a:lstStyle/>
        <a:p>
          <a:endParaRPr lang="en-US"/>
        </a:p>
      </dgm:t>
    </dgm:pt>
    <dgm:pt modelId="{5EAC1C75-D3EF-443B-87E6-1B7140CCA6FD}" type="sibTrans" cxnId="{71D76F71-92AB-49FE-97A2-5AE752FDDD08}">
      <dgm:prSet/>
      <dgm:spPr/>
      <dgm:t>
        <a:bodyPr/>
        <a:lstStyle/>
        <a:p>
          <a:endParaRPr lang="en-US"/>
        </a:p>
      </dgm:t>
    </dgm:pt>
    <dgm:pt modelId="{FD34613D-9738-447A-826E-FDB9FCD8F8F4}">
      <dgm:prSet phldrT="[Text]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ahoma" pitchFamily="34" charset="0"/>
              <a:ea typeface="Tahoma" pitchFamily="34" charset="0"/>
              <a:cs typeface="Tahoma" pitchFamily="34" charset="0"/>
            </a:rPr>
            <a:t>Improve</a:t>
          </a:r>
        </a:p>
      </dgm:t>
    </dgm:pt>
    <dgm:pt modelId="{C97C4BB5-8474-4894-AA24-00D910CC633A}" type="sibTrans" cxnId="{BF533BAF-F671-46B2-8E75-948E9407F737}">
      <dgm:prSet/>
      <dgm:spPr/>
      <dgm:t>
        <a:bodyPr/>
        <a:lstStyle/>
        <a:p>
          <a:endParaRPr lang="en-US"/>
        </a:p>
      </dgm:t>
    </dgm:pt>
    <dgm:pt modelId="{BCA8EC5E-3A7D-403E-B979-536849427F2C}" type="parTrans" cxnId="{BF533BAF-F671-46B2-8E75-948E9407F737}">
      <dgm:prSet/>
      <dgm:spPr/>
      <dgm:t>
        <a:bodyPr/>
        <a:lstStyle/>
        <a:p>
          <a:endParaRPr lang="en-US"/>
        </a:p>
      </dgm:t>
    </dgm:pt>
    <dgm:pt modelId="{C68FFCFC-0866-41C5-8CC3-538B59D3D70F}">
      <dgm:prSet phldrT="[Text]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ahoma" pitchFamily="34" charset="0"/>
              <a:ea typeface="Tahoma" pitchFamily="34" charset="0"/>
              <a:cs typeface="Tahoma" pitchFamily="34" charset="0"/>
            </a:rPr>
            <a:t>Control</a:t>
          </a:r>
        </a:p>
      </dgm:t>
    </dgm:pt>
    <dgm:pt modelId="{17AABF8A-5908-4852-9A2D-72D6ABF940E8}" type="sibTrans" cxnId="{C0E9E573-6D50-47D1-97AD-B3FB14CAD930}">
      <dgm:prSet/>
      <dgm:spPr/>
      <dgm:t>
        <a:bodyPr/>
        <a:lstStyle/>
        <a:p>
          <a:endParaRPr lang="en-US"/>
        </a:p>
      </dgm:t>
    </dgm:pt>
    <dgm:pt modelId="{BC0346A7-D2A0-46EC-A2D7-5ED30B13FB60}" type="parTrans" cxnId="{C0E9E573-6D50-47D1-97AD-B3FB14CAD930}">
      <dgm:prSet/>
      <dgm:spPr/>
      <dgm:t>
        <a:bodyPr/>
        <a:lstStyle/>
        <a:p>
          <a:endParaRPr lang="en-US"/>
        </a:p>
      </dgm:t>
    </dgm:pt>
    <dgm:pt modelId="{321502E9-C249-4A18-8856-8D0D31ACEB18}" type="pres">
      <dgm:prSet presAssocID="{8EDA0057-7345-7744-8CDB-2E81497C088F}" presName="root" presStyleCnt="0">
        <dgm:presLayoutVars>
          <dgm:dir/>
          <dgm:resizeHandles val="exact"/>
        </dgm:presLayoutVars>
      </dgm:prSet>
      <dgm:spPr/>
    </dgm:pt>
    <dgm:pt modelId="{E8259BE6-C159-4B03-966F-F36E17BD2A6D}" type="pres">
      <dgm:prSet presAssocID="{A116BF33-7FE5-1045-846B-5D09101A0CFE}" presName="compNode" presStyleCnt="0"/>
      <dgm:spPr/>
    </dgm:pt>
    <dgm:pt modelId="{7DC8E49B-9295-4722-A8EB-2B294C61AD62}" type="pres">
      <dgm:prSet presAssocID="{A116BF33-7FE5-1045-846B-5D09101A0CF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</dgm:pt>
    <dgm:pt modelId="{4701122C-9631-4904-A8E5-C84706859AD0}" type="pres">
      <dgm:prSet presAssocID="{A116BF33-7FE5-1045-846B-5D09101A0C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0E0156F-752B-4E9C-9E68-A0354C5F6833}" type="pres">
      <dgm:prSet presAssocID="{A116BF33-7FE5-1045-846B-5D09101A0CFE}" presName="spaceRect" presStyleCnt="0"/>
      <dgm:spPr/>
    </dgm:pt>
    <dgm:pt modelId="{3D33250E-1455-4EA9-93EB-68B5664B9197}" type="pres">
      <dgm:prSet presAssocID="{A116BF33-7FE5-1045-846B-5D09101A0CFE}" presName="textRect" presStyleLbl="revTx" presStyleIdx="0" presStyleCnt="5">
        <dgm:presLayoutVars>
          <dgm:chMax val="1"/>
          <dgm:chPref val="1"/>
        </dgm:presLayoutVars>
      </dgm:prSet>
      <dgm:spPr/>
    </dgm:pt>
    <dgm:pt modelId="{71C786D7-2C5F-4913-BFD3-14CD6B68AA12}" type="pres">
      <dgm:prSet presAssocID="{9431ED8D-846B-B94E-BE75-9C87D023FC07}" presName="sibTrans" presStyleCnt="0"/>
      <dgm:spPr/>
    </dgm:pt>
    <dgm:pt modelId="{FBC6F496-EF36-45EC-8EB5-129BC97D03D4}" type="pres">
      <dgm:prSet presAssocID="{E17780DB-A22D-1941-BA4C-312A1A0FC132}" presName="compNode" presStyleCnt="0"/>
      <dgm:spPr/>
    </dgm:pt>
    <dgm:pt modelId="{3EED5017-4611-49DC-B4FF-CD98B88F150A}" type="pres">
      <dgm:prSet presAssocID="{E17780DB-A22D-1941-BA4C-312A1A0FC13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</dgm:pt>
    <dgm:pt modelId="{1BE64742-5D89-4CF9-BA8B-A4F98A3CD829}" type="pres">
      <dgm:prSet presAssocID="{E17780DB-A22D-1941-BA4C-312A1A0FC13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5E953E80-55B0-4E07-AA6E-0B17F37BBB11}" type="pres">
      <dgm:prSet presAssocID="{E17780DB-A22D-1941-BA4C-312A1A0FC132}" presName="spaceRect" presStyleCnt="0"/>
      <dgm:spPr/>
    </dgm:pt>
    <dgm:pt modelId="{0EC6B466-7B1A-4375-AAFB-5C4FB8597F27}" type="pres">
      <dgm:prSet presAssocID="{E17780DB-A22D-1941-BA4C-312A1A0FC132}" presName="textRect" presStyleLbl="revTx" presStyleIdx="1" presStyleCnt="5">
        <dgm:presLayoutVars>
          <dgm:chMax val="1"/>
          <dgm:chPref val="1"/>
        </dgm:presLayoutVars>
      </dgm:prSet>
      <dgm:spPr/>
    </dgm:pt>
    <dgm:pt modelId="{01C0E131-2992-4520-BAC0-7D1CED851080}" type="pres">
      <dgm:prSet presAssocID="{37EA7998-E098-9944-B808-009C25C89ED9}" presName="sibTrans" presStyleCnt="0"/>
      <dgm:spPr/>
    </dgm:pt>
    <dgm:pt modelId="{485695F2-F74C-46A0-B554-CD7E295A7CB8}" type="pres">
      <dgm:prSet presAssocID="{0D9C9580-2314-459B-98CC-B98690706F2C}" presName="compNode" presStyleCnt="0"/>
      <dgm:spPr/>
    </dgm:pt>
    <dgm:pt modelId="{61E00B28-E177-40EE-8630-9F25857B3C21}" type="pres">
      <dgm:prSet presAssocID="{0D9C9580-2314-459B-98CC-B98690706F2C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</dgm:pt>
    <dgm:pt modelId="{C280A5E4-D835-4E72-8FD3-4FB2DAB45425}" type="pres">
      <dgm:prSet presAssocID="{0D9C9580-2314-459B-98CC-B98690706F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48F40E6-EC1C-4239-BAE2-42D47E652F20}" type="pres">
      <dgm:prSet presAssocID="{0D9C9580-2314-459B-98CC-B98690706F2C}" presName="spaceRect" presStyleCnt="0"/>
      <dgm:spPr/>
    </dgm:pt>
    <dgm:pt modelId="{89F20BB0-5905-4562-A16D-9CDC3749EB51}" type="pres">
      <dgm:prSet presAssocID="{0D9C9580-2314-459B-98CC-B98690706F2C}" presName="textRect" presStyleLbl="revTx" presStyleIdx="2" presStyleCnt="5">
        <dgm:presLayoutVars>
          <dgm:chMax val="1"/>
          <dgm:chPref val="1"/>
        </dgm:presLayoutVars>
      </dgm:prSet>
      <dgm:spPr/>
    </dgm:pt>
    <dgm:pt modelId="{40EF8B62-7E91-4512-98EB-D11B3D0F480B}" type="pres">
      <dgm:prSet presAssocID="{5EAC1C75-D3EF-443B-87E6-1B7140CCA6FD}" presName="sibTrans" presStyleCnt="0"/>
      <dgm:spPr/>
    </dgm:pt>
    <dgm:pt modelId="{6F6AA00E-A32D-4414-B4A2-4A6440F34F6E}" type="pres">
      <dgm:prSet presAssocID="{FD34613D-9738-447A-826E-FDB9FCD8F8F4}" presName="compNode" presStyleCnt="0"/>
      <dgm:spPr/>
    </dgm:pt>
    <dgm:pt modelId="{AD896527-8101-4EC1-97BF-D64DD849579F}" type="pres">
      <dgm:prSet presAssocID="{FD34613D-9738-447A-826E-FDB9FCD8F8F4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</dgm:pt>
    <dgm:pt modelId="{34908FA3-4297-458E-9324-F92D8FD59FC7}" type="pres">
      <dgm:prSet presAssocID="{FD34613D-9738-447A-826E-FDB9FCD8F8F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02027F38-6033-4740-ABEE-BFC7C8551DB2}" type="pres">
      <dgm:prSet presAssocID="{FD34613D-9738-447A-826E-FDB9FCD8F8F4}" presName="spaceRect" presStyleCnt="0"/>
      <dgm:spPr/>
    </dgm:pt>
    <dgm:pt modelId="{3F5FAB38-954C-462E-8E1A-711E5986B8EA}" type="pres">
      <dgm:prSet presAssocID="{FD34613D-9738-447A-826E-FDB9FCD8F8F4}" presName="textRect" presStyleLbl="revTx" presStyleIdx="3" presStyleCnt="5">
        <dgm:presLayoutVars>
          <dgm:chMax val="1"/>
          <dgm:chPref val="1"/>
        </dgm:presLayoutVars>
      </dgm:prSet>
      <dgm:spPr/>
    </dgm:pt>
    <dgm:pt modelId="{AC16DCA3-E61C-4A4B-853D-C67D6438451C}" type="pres">
      <dgm:prSet presAssocID="{C97C4BB5-8474-4894-AA24-00D910CC633A}" presName="sibTrans" presStyleCnt="0"/>
      <dgm:spPr/>
    </dgm:pt>
    <dgm:pt modelId="{D304D40D-BDA9-40C5-B6A3-71B7CDA81F2B}" type="pres">
      <dgm:prSet presAssocID="{C68FFCFC-0866-41C5-8CC3-538B59D3D70F}" presName="compNode" presStyleCnt="0"/>
      <dgm:spPr/>
    </dgm:pt>
    <dgm:pt modelId="{78EA2EFC-2927-442A-94F6-7B3B0AB37040}" type="pres">
      <dgm:prSet presAssocID="{C68FFCFC-0866-41C5-8CC3-538B59D3D70F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</dgm:pt>
    <dgm:pt modelId="{F6266083-3174-427B-AA6D-1390CC5F559E}" type="pres">
      <dgm:prSet presAssocID="{C68FFCFC-0866-41C5-8CC3-538B59D3D70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98EB5B6-D9DE-4329-8E99-C515C6057731}" type="pres">
      <dgm:prSet presAssocID="{C68FFCFC-0866-41C5-8CC3-538B59D3D70F}" presName="spaceRect" presStyleCnt="0"/>
      <dgm:spPr/>
    </dgm:pt>
    <dgm:pt modelId="{49AC57EB-176D-434B-8116-A3F6612FD131}" type="pres">
      <dgm:prSet presAssocID="{C68FFCFC-0866-41C5-8CC3-538B59D3D70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C1ABA02-5477-454D-809B-D9781FCC21BA}" srcId="{8EDA0057-7345-7744-8CDB-2E81497C088F}" destId="{A116BF33-7FE5-1045-846B-5D09101A0CFE}" srcOrd="0" destOrd="0" parTransId="{180CF6C1-4628-6948-8362-4B2158D36198}" sibTransId="{9431ED8D-846B-B94E-BE75-9C87D023FC07}"/>
    <dgm:cxn modelId="{30CD7533-1172-4B3B-BFDB-3B40F8666329}" type="presOf" srcId="{E17780DB-A22D-1941-BA4C-312A1A0FC132}" destId="{0EC6B466-7B1A-4375-AAFB-5C4FB8597F27}" srcOrd="0" destOrd="0" presId="urn:microsoft.com/office/officeart/2018/5/layout/IconLeafLabelList"/>
    <dgm:cxn modelId="{3D281849-E9DC-4883-ACE9-C514E109CBF4}" type="presOf" srcId="{C68FFCFC-0866-41C5-8CC3-538B59D3D70F}" destId="{49AC57EB-176D-434B-8116-A3F6612FD131}" srcOrd="0" destOrd="0" presId="urn:microsoft.com/office/officeart/2018/5/layout/IconLeafLabelList"/>
    <dgm:cxn modelId="{71D76F71-92AB-49FE-97A2-5AE752FDDD08}" srcId="{8EDA0057-7345-7744-8CDB-2E81497C088F}" destId="{0D9C9580-2314-459B-98CC-B98690706F2C}" srcOrd="2" destOrd="0" parTransId="{A40DBC3D-906D-4B4F-B1FA-445A7AFEFC6D}" sibTransId="{5EAC1C75-D3EF-443B-87E6-1B7140CCA6FD}"/>
    <dgm:cxn modelId="{C0E9E573-6D50-47D1-97AD-B3FB14CAD930}" srcId="{8EDA0057-7345-7744-8CDB-2E81497C088F}" destId="{C68FFCFC-0866-41C5-8CC3-538B59D3D70F}" srcOrd="4" destOrd="0" parTransId="{BC0346A7-D2A0-46EC-A2D7-5ED30B13FB60}" sibTransId="{17AABF8A-5908-4852-9A2D-72D6ABF940E8}"/>
    <dgm:cxn modelId="{6A86CB57-995E-4876-AF09-E63E2E21B0A4}" type="presOf" srcId="{A116BF33-7FE5-1045-846B-5D09101A0CFE}" destId="{3D33250E-1455-4EA9-93EB-68B5664B9197}" srcOrd="0" destOrd="0" presId="urn:microsoft.com/office/officeart/2018/5/layout/IconLeafLabelList"/>
    <dgm:cxn modelId="{016CEE5A-8C18-452B-973C-5563D3299305}" type="presOf" srcId="{8EDA0057-7345-7744-8CDB-2E81497C088F}" destId="{321502E9-C249-4A18-8856-8D0D31ACEB18}" srcOrd="0" destOrd="0" presId="urn:microsoft.com/office/officeart/2018/5/layout/IconLeafLabelList"/>
    <dgm:cxn modelId="{AFDC718D-6C80-4DE4-904F-41C254EFD85D}" type="presOf" srcId="{0D9C9580-2314-459B-98CC-B98690706F2C}" destId="{89F20BB0-5905-4562-A16D-9CDC3749EB51}" srcOrd="0" destOrd="0" presId="urn:microsoft.com/office/officeart/2018/5/layout/IconLeafLabelList"/>
    <dgm:cxn modelId="{BF533BAF-F671-46B2-8E75-948E9407F737}" srcId="{8EDA0057-7345-7744-8CDB-2E81497C088F}" destId="{FD34613D-9738-447A-826E-FDB9FCD8F8F4}" srcOrd="3" destOrd="0" parTransId="{BCA8EC5E-3A7D-403E-B979-536849427F2C}" sibTransId="{C97C4BB5-8474-4894-AA24-00D910CC633A}"/>
    <dgm:cxn modelId="{92D35CBB-AD37-4A0C-AA51-F51B55E0A7D3}" type="presOf" srcId="{FD34613D-9738-447A-826E-FDB9FCD8F8F4}" destId="{3F5FAB38-954C-462E-8E1A-711E5986B8EA}" srcOrd="0" destOrd="0" presId="urn:microsoft.com/office/officeart/2018/5/layout/IconLeafLabelList"/>
    <dgm:cxn modelId="{70A4F4C5-F471-F146-AEB1-9037E7ACA684}" srcId="{8EDA0057-7345-7744-8CDB-2E81497C088F}" destId="{E17780DB-A22D-1941-BA4C-312A1A0FC132}" srcOrd="1" destOrd="0" parTransId="{BF53796C-AB78-D241-A2D1-BF881DAF857D}" sibTransId="{37EA7998-E098-9944-B808-009C25C89ED9}"/>
    <dgm:cxn modelId="{3D30376C-2407-4BA4-A901-EBACB1DA0C56}" type="presParOf" srcId="{321502E9-C249-4A18-8856-8D0D31ACEB18}" destId="{E8259BE6-C159-4B03-966F-F36E17BD2A6D}" srcOrd="0" destOrd="0" presId="urn:microsoft.com/office/officeart/2018/5/layout/IconLeafLabelList"/>
    <dgm:cxn modelId="{DC500397-2CDD-4766-822B-2F8AE445E603}" type="presParOf" srcId="{E8259BE6-C159-4B03-966F-F36E17BD2A6D}" destId="{7DC8E49B-9295-4722-A8EB-2B294C61AD62}" srcOrd="0" destOrd="0" presId="urn:microsoft.com/office/officeart/2018/5/layout/IconLeafLabelList"/>
    <dgm:cxn modelId="{793A30E1-DFCC-4051-AE41-3DA740A68E89}" type="presParOf" srcId="{E8259BE6-C159-4B03-966F-F36E17BD2A6D}" destId="{4701122C-9631-4904-A8E5-C84706859AD0}" srcOrd="1" destOrd="0" presId="urn:microsoft.com/office/officeart/2018/5/layout/IconLeafLabelList"/>
    <dgm:cxn modelId="{6638EF69-438B-445C-A074-805565FD6672}" type="presParOf" srcId="{E8259BE6-C159-4B03-966F-F36E17BD2A6D}" destId="{20E0156F-752B-4E9C-9E68-A0354C5F6833}" srcOrd="2" destOrd="0" presId="urn:microsoft.com/office/officeart/2018/5/layout/IconLeafLabelList"/>
    <dgm:cxn modelId="{EC5A54B5-F9E3-40BB-8324-05F9F4950F3B}" type="presParOf" srcId="{E8259BE6-C159-4B03-966F-F36E17BD2A6D}" destId="{3D33250E-1455-4EA9-93EB-68B5664B9197}" srcOrd="3" destOrd="0" presId="urn:microsoft.com/office/officeart/2018/5/layout/IconLeafLabelList"/>
    <dgm:cxn modelId="{DE33706F-F3C0-4551-A46C-DAE7AD30D0F1}" type="presParOf" srcId="{321502E9-C249-4A18-8856-8D0D31ACEB18}" destId="{71C786D7-2C5F-4913-BFD3-14CD6B68AA12}" srcOrd="1" destOrd="0" presId="urn:microsoft.com/office/officeart/2018/5/layout/IconLeafLabelList"/>
    <dgm:cxn modelId="{76920F54-2B9F-48AD-B896-F5E983AB5C98}" type="presParOf" srcId="{321502E9-C249-4A18-8856-8D0D31ACEB18}" destId="{FBC6F496-EF36-45EC-8EB5-129BC97D03D4}" srcOrd="2" destOrd="0" presId="urn:microsoft.com/office/officeart/2018/5/layout/IconLeafLabelList"/>
    <dgm:cxn modelId="{6C098193-F96D-40AB-A353-61E7D5C6226E}" type="presParOf" srcId="{FBC6F496-EF36-45EC-8EB5-129BC97D03D4}" destId="{3EED5017-4611-49DC-B4FF-CD98B88F150A}" srcOrd="0" destOrd="0" presId="urn:microsoft.com/office/officeart/2018/5/layout/IconLeafLabelList"/>
    <dgm:cxn modelId="{4625B1FF-C8F5-4092-B7E8-521E22CBF280}" type="presParOf" srcId="{FBC6F496-EF36-45EC-8EB5-129BC97D03D4}" destId="{1BE64742-5D89-4CF9-BA8B-A4F98A3CD829}" srcOrd="1" destOrd="0" presId="urn:microsoft.com/office/officeart/2018/5/layout/IconLeafLabelList"/>
    <dgm:cxn modelId="{DE785825-5B5F-4953-BFC4-C6B8090739A5}" type="presParOf" srcId="{FBC6F496-EF36-45EC-8EB5-129BC97D03D4}" destId="{5E953E80-55B0-4E07-AA6E-0B17F37BBB11}" srcOrd="2" destOrd="0" presId="urn:microsoft.com/office/officeart/2018/5/layout/IconLeafLabelList"/>
    <dgm:cxn modelId="{D0EABBA3-1626-448B-A22E-C68E501FD176}" type="presParOf" srcId="{FBC6F496-EF36-45EC-8EB5-129BC97D03D4}" destId="{0EC6B466-7B1A-4375-AAFB-5C4FB8597F27}" srcOrd="3" destOrd="0" presId="urn:microsoft.com/office/officeart/2018/5/layout/IconLeafLabelList"/>
    <dgm:cxn modelId="{2C9C489A-666F-4631-AB9B-3CC54B247794}" type="presParOf" srcId="{321502E9-C249-4A18-8856-8D0D31ACEB18}" destId="{01C0E131-2992-4520-BAC0-7D1CED851080}" srcOrd="3" destOrd="0" presId="urn:microsoft.com/office/officeart/2018/5/layout/IconLeafLabelList"/>
    <dgm:cxn modelId="{A2FB95FB-C071-4DFB-8947-FDD49CD62193}" type="presParOf" srcId="{321502E9-C249-4A18-8856-8D0D31ACEB18}" destId="{485695F2-F74C-46A0-B554-CD7E295A7CB8}" srcOrd="4" destOrd="0" presId="urn:microsoft.com/office/officeart/2018/5/layout/IconLeafLabelList"/>
    <dgm:cxn modelId="{BC54DB22-7369-4F0C-848B-C033865A66DF}" type="presParOf" srcId="{485695F2-F74C-46A0-B554-CD7E295A7CB8}" destId="{61E00B28-E177-40EE-8630-9F25857B3C21}" srcOrd="0" destOrd="0" presId="urn:microsoft.com/office/officeart/2018/5/layout/IconLeafLabelList"/>
    <dgm:cxn modelId="{76E2ADE1-9E2C-45E7-B8AA-C993E558DD75}" type="presParOf" srcId="{485695F2-F74C-46A0-B554-CD7E295A7CB8}" destId="{C280A5E4-D835-4E72-8FD3-4FB2DAB45425}" srcOrd="1" destOrd="0" presId="urn:microsoft.com/office/officeart/2018/5/layout/IconLeafLabelList"/>
    <dgm:cxn modelId="{B59C3FFC-523F-4AEC-A9D5-61694726EF4F}" type="presParOf" srcId="{485695F2-F74C-46A0-B554-CD7E295A7CB8}" destId="{948F40E6-EC1C-4239-BAE2-42D47E652F20}" srcOrd="2" destOrd="0" presId="urn:microsoft.com/office/officeart/2018/5/layout/IconLeafLabelList"/>
    <dgm:cxn modelId="{C31F2561-C785-4D65-B762-370C2038A14A}" type="presParOf" srcId="{485695F2-F74C-46A0-B554-CD7E295A7CB8}" destId="{89F20BB0-5905-4562-A16D-9CDC3749EB51}" srcOrd="3" destOrd="0" presId="urn:microsoft.com/office/officeart/2018/5/layout/IconLeafLabelList"/>
    <dgm:cxn modelId="{FA1EB74E-95FD-4870-92BE-C5F7D8E65BB7}" type="presParOf" srcId="{321502E9-C249-4A18-8856-8D0D31ACEB18}" destId="{40EF8B62-7E91-4512-98EB-D11B3D0F480B}" srcOrd="5" destOrd="0" presId="urn:microsoft.com/office/officeart/2018/5/layout/IconLeafLabelList"/>
    <dgm:cxn modelId="{F6EE3F92-615C-4549-B106-51BFDF1578D5}" type="presParOf" srcId="{321502E9-C249-4A18-8856-8D0D31ACEB18}" destId="{6F6AA00E-A32D-4414-B4A2-4A6440F34F6E}" srcOrd="6" destOrd="0" presId="urn:microsoft.com/office/officeart/2018/5/layout/IconLeafLabelList"/>
    <dgm:cxn modelId="{7C14D2D6-6B9C-494A-B253-A68CDE304AD3}" type="presParOf" srcId="{6F6AA00E-A32D-4414-B4A2-4A6440F34F6E}" destId="{AD896527-8101-4EC1-97BF-D64DD849579F}" srcOrd="0" destOrd="0" presId="urn:microsoft.com/office/officeart/2018/5/layout/IconLeafLabelList"/>
    <dgm:cxn modelId="{9F129024-6105-4B12-BC13-4D5877782A4B}" type="presParOf" srcId="{6F6AA00E-A32D-4414-B4A2-4A6440F34F6E}" destId="{34908FA3-4297-458E-9324-F92D8FD59FC7}" srcOrd="1" destOrd="0" presId="urn:microsoft.com/office/officeart/2018/5/layout/IconLeafLabelList"/>
    <dgm:cxn modelId="{0C0B9DA1-90D6-454E-921D-AF072F9EEE4C}" type="presParOf" srcId="{6F6AA00E-A32D-4414-B4A2-4A6440F34F6E}" destId="{02027F38-6033-4740-ABEE-BFC7C8551DB2}" srcOrd="2" destOrd="0" presId="urn:microsoft.com/office/officeart/2018/5/layout/IconLeafLabelList"/>
    <dgm:cxn modelId="{6F8D6470-916E-495A-839F-25470F7CFFC8}" type="presParOf" srcId="{6F6AA00E-A32D-4414-B4A2-4A6440F34F6E}" destId="{3F5FAB38-954C-462E-8E1A-711E5986B8EA}" srcOrd="3" destOrd="0" presId="urn:microsoft.com/office/officeart/2018/5/layout/IconLeafLabelList"/>
    <dgm:cxn modelId="{A89D0404-1769-415D-93E4-726438982253}" type="presParOf" srcId="{321502E9-C249-4A18-8856-8D0D31ACEB18}" destId="{AC16DCA3-E61C-4A4B-853D-C67D6438451C}" srcOrd="7" destOrd="0" presId="urn:microsoft.com/office/officeart/2018/5/layout/IconLeafLabelList"/>
    <dgm:cxn modelId="{B66DEF4C-560D-44EF-9057-F6F1108BB2E0}" type="presParOf" srcId="{321502E9-C249-4A18-8856-8D0D31ACEB18}" destId="{D304D40D-BDA9-40C5-B6A3-71B7CDA81F2B}" srcOrd="8" destOrd="0" presId="urn:microsoft.com/office/officeart/2018/5/layout/IconLeafLabelList"/>
    <dgm:cxn modelId="{418B54CC-71FF-4C1E-9883-FE1928CA5288}" type="presParOf" srcId="{D304D40D-BDA9-40C5-B6A3-71B7CDA81F2B}" destId="{78EA2EFC-2927-442A-94F6-7B3B0AB37040}" srcOrd="0" destOrd="0" presId="urn:microsoft.com/office/officeart/2018/5/layout/IconLeafLabelList"/>
    <dgm:cxn modelId="{D3ED157C-59B6-4EED-B546-B002B02EAF7A}" type="presParOf" srcId="{D304D40D-BDA9-40C5-B6A3-71B7CDA81F2B}" destId="{F6266083-3174-427B-AA6D-1390CC5F559E}" srcOrd="1" destOrd="0" presId="urn:microsoft.com/office/officeart/2018/5/layout/IconLeafLabelList"/>
    <dgm:cxn modelId="{E0DFB611-BD93-4635-8812-B9D42E3D70FA}" type="presParOf" srcId="{D304D40D-BDA9-40C5-B6A3-71B7CDA81F2B}" destId="{998EB5B6-D9DE-4329-8E99-C515C6057731}" srcOrd="2" destOrd="0" presId="urn:microsoft.com/office/officeart/2018/5/layout/IconLeafLabelList"/>
    <dgm:cxn modelId="{07F7149C-CBCF-479E-9CC6-91B8500BC3AE}" type="presParOf" srcId="{D304D40D-BDA9-40C5-B6A3-71B7CDA81F2B}" destId="{49AC57EB-176D-434B-8116-A3F6612FD13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8E49B-9295-4722-A8EB-2B294C61AD62}">
      <dsp:nvSpPr>
        <dsp:cNvPr id="0" name=""/>
        <dsp:cNvSpPr/>
      </dsp:nvSpPr>
      <dsp:spPr>
        <a:xfrm>
          <a:off x="47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1122C-9631-4904-A8E5-C84706859AD0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3250E-1455-4EA9-93EB-68B5664B9197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latin typeface="Tahoma" pitchFamily="34" charset="0"/>
              <a:ea typeface="Tahoma" pitchFamily="34" charset="0"/>
              <a:cs typeface="Tahoma" pitchFamily="34" charset="0"/>
            </a:rPr>
            <a:t>Define</a:t>
          </a:r>
        </a:p>
      </dsp:txBody>
      <dsp:txXfrm>
        <a:off x="127800" y="2535669"/>
        <a:ext cx="1800000" cy="720000"/>
      </dsp:txXfrm>
    </dsp:sp>
    <dsp:sp modelId="{3EED5017-4611-49DC-B4FF-CD98B88F150A}">
      <dsp:nvSpPr>
        <dsp:cNvPr id="0" name=""/>
        <dsp:cNvSpPr/>
      </dsp:nvSpPr>
      <dsp:spPr>
        <a:xfrm>
          <a:off x="259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64742-5D89-4CF9-BA8B-A4F98A3CD829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6B466-7B1A-4375-AAFB-5C4FB8597F27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latin typeface="Tahoma" pitchFamily="34" charset="0"/>
              <a:ea typeface="Tahoma" pitchFamily="34" charset="0"/>
              <a:cs typeface="Tahoma" pitchFamily="34" charset="0"/>
            </a:rPr>
            <a:t>Measure</a:t>
          </a:r>
        </a:p>
      </dsp:txBody>
      <dsp:txXfrm>
        <a:off x="2242800" y="2535669"/>
        <a:ext cx="1800000" cy="720000"/>
      </dsp:txXfrm>
    </dsp:sp>
    <dsp:sp modelId="{61E00B28-E177-40EE-8630-9F25857B3C21}">
      <dsp:nvSpPr>
        <dsp:cNvPr id="0" name=""/>
        <dsp:cNvSpPr/>
      </dsp:nvSpPr>
      <dsp:spPr>
        <a:xfrm>
          <a:off x="470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0A5E4-D835-4E72-8FD3-4FB2DAB45425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20BB0-5905-4562-A16D-9CDC3749EB51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latin typeface="Tahoma" pitchFamily="34" charset="0"/>
              <a:ea typeface="Tahoma" pitchFamily="34" charset="0"/>
              <a:cs typeface="Tahoma" pitchFamily="34" charset="0"/>
            </a:rPr>
            <a:t>Analyze</a:t>
          </a:r>
        </a:p>
      </dsp:txBody>
      <dsp:txXfrm>
        <a:off x="4357800" y="2535669"/>
        <a:ext cx="1800000" cy="720000"/>
      </dsp:txXfrm>
    </dsp:sp>
    <dsp:sp modelId="{AD896527-8101-4EC1-97BF-D64DD849579F}">
      <dsp:nvSpPr>
        <dsp:cNvPr id="0" name=""/>
        <dsp:cNvSpPr/>
      </dsp:nvSpPr>
      <dsp:spPr>
        <a:xfrm>
          <a:off x="6823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08FA3-4297-458E-9324-F92D8FD59FC7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FAB38-954C-462E-8E1A-711E5986B8EA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latin typeface="Tahoma" pitchFamily="34" charset="0"/>
              <a:ea typeface="Tahoma" pitchFamily="34" charset="0"/>
              <a:cs typeface="Tahoma" pitchFamily="34" charset="0"/>
            </a:rPr>
            <a:t>Improve</a:t>
          </a:r>
        </a:p>
      </dsp:txBody>
      <dsp:txXfrm>
        <a:off x="6472800" y="2535669"/>
        <a:ext cx="1800000" cy="720000"/>
      </dsp:txXfrm>
    </dsp:sp>
    <dsp:sp modelId="{78EA2EFC-2927-442A-94F6-7B3B0AB37040}">
      <dsp:nvSpPr>
        <dsp:cNvPr id="0" name=""/>
        <dsp:cNvSpPr/>
      </dsp:nvSpPr>
      <dsp:spPr>
        <a:xfrm>
          <a:off x="8938800" y="1095669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266083-3174-427B-AA6D-1390CC5F559E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C57EB-176D-434B-8116-A3F6612FD131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>
              <a:latin typeface="Tahoma" pitchFamily="34" charset="0"/>
              <a:ea typeface="Tahoma" pitchFamily="34" charset="0"/>
              <a:cs typeface="Tahoma" pitchFamily="34" charset="0"/>
            </a:rPr>
            <a:t>Control</a:t>
          </a:r>
        </a:p>
      </dsp:txBody>
      <dsp:txXfrm>
        <a:off x="8587800" y="253566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9D02-BF20-428A-BD2F-2AF1FDE39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F47EA-B138-45F9-9A35-CA6C37B1D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D0B56-03B0-472D-8DA1-5A48B14B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8CE40-AB69-42E4-A2FB-CF719D48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3743B-5E87-48CA-8353-54E80FCE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8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C26B-04DF-4DCB-A7FC-E97357AA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5522-3BA2-4DE1-A6CD-965FFCCEC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B3186-2A88-4A10-8F1E-BF53ACFB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2B3AF-671E-4626-A127-7D6DA578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B8CD-0A29-4723-95DD-D809D547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4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482C-041C-4DB0-BA97-FB385FE3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35839-8922-459B-8A28-A5899A4A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F5951-02EB-4E3C-9843-276CC797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4BE76-82B7-4FC7-AB42-1DACAA64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1A901-F98A-418E-8324-7459550E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1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6DF6C-9204-4AEA-8A4B-55BD2460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3AB-75C5-4F42-8FEC-C262AE348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4C807-C79C-4EBE-B541-45EF40846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A1E0C-B63E-4D9D-A3E1-BB5C6F91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4A34B-0B9F-4509-A18D-2065E4C6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407C9-A45F-4D3C-8CA6-184184C6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3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8A55-61F4-4F67-A8D7-BA677035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2C640-BF79-4940-8FD2-8E77A48F5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F7F7E-6FA7-4240-BDF0-C0CA8B80D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D53A4-73F8-48A4-B77D-84CA9453C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E3623-6276-495B-8BED-7308DBF08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7A073-BFE4-4289-B9A7-5A681A74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19620-EA0A-46A1-A326-02B9A789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A6CAC-5076-43ED-95E1-23E4EAB0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7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8E58-1414-4A86-8E7C-44090BD6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4E38C-7A6F-4C61-A78B-C7A816D1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CE75-5A22-4B23-B740-B52C0491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737A-808D-4C81-AD24-5AECC63E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7E96C-33D3-4D2C-A28D-6231D4C0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279DA-E884-481A-8536-B7D3CADA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12AE9-3720-46DA-B598-F593DECB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5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4F56-29B9-4B97-A378-DB27ACD83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8900-9F0D-42E8-8494-0174CC026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26940-3638-46C7-9763-9D829D53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005FF-E7A1-4D85-8B44-3C63D285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2EEB0-317B-4BFE-9533-D03C1F99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27096-F054-4F38-AAD4-FC00D951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BEF6-225B-4423-8157-D990A71B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83966-96F1-4075-A835-29839337E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7AF96-9101-440A-9996-38BD15CF0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D8341-5E2B-4267-A580-A1DB8762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21C74-3F73-4EBB-B9F9-5F7946F3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008D8-7E65-4121-A8FF-28C8A2EF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6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546D-DB9E-4454-BF44-4D2A46FD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67F51-ECFB-414E-8CA5-9E6590079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FC3CF-B4BD-4A16-85E6-33FBDC68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43957-06A2-48D7-B35A-0DD38507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3837-237C-43BD-A3AB-D41A0925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2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BF889-6032-424A-AA1A-52366FA90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CDEE9-E28C-45D1-BB75-A72150D69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432F4-C4B0-41B1-A06C-30F02F03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C5AD-0848-49F3-9337-80559A98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E4F7-844D-421F-B95E-9288457A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2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87C12-382D-4AF8-B637-B032B0CA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A8AEE-BB45-4EBA-90FC-F92933153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8AEAA-48FD-4F7A-BF9E-08C435419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6E171-9D71-49FF-85E9-3536EFAA6A0B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3188-2F55-4016-A75B-8D054C9D1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3BB77-30FE-443F-81AD-F17DFAC7E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1A75A-6A18-4547-AB21-2BF4FFDC33A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90510872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2B150837-3844-434B-9466-3A4328A96220}"/>
              </a:ext>
            </a:extLst>
          </p:cNvPr>
          <p:cNvSpPr txBox="1"/>
          <p:nvPr userDrawn="1"/>
        </p:nvSpPr>
        <p:spPr>
          <a:xfrm>
            <a:off x="0" y="0"/>
            <a:ext cx="1387009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47474"/>
                </a:solidFill>
                <a:latin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284752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FA27-8D3C-4CBD-90F7-769606D78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405" y="456851"/>
            <a:ext cx="4768303" cy="2688336"/>
          </a:xfrm>
        </p:spPr>
        <p:txBody>
          <a:bodyPr anchor="t">
            <a:normAutofit/>
          </a:bodyPr>
          <a:lstStyle/>
          <a:p>
            <a:r>
              <a:rPr lang="en-US" sz="5400" b="1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Re-slotting Optimization Project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27E9F68-4C6B-44CF-905B-98EC49DD3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13991" y="0"/>
            <a:ext cx="6578009" cy="6858000"/>
          </a:xfrm>
          <a:custGeom>
            <a:avLst/>
            <a:gdLst>
              <a:gd name="connsiteX0" fmla="*/ 73610 w 6578009"/>
              <a:gd name="connsiteY0" fmla="*/ 0 h 6858000"/>
              <a:gd name="connsiteX1" fmla="*/ 6578009 w 6578009"/>
              <a:gd name="connsiteY1" fmla="*/ 0 h 6858000"/>
              <a:gd name="connsiteX2" fmla="*/ 6578009 w 6578009"/>
              <a:gd name="connsiteY2" fmla="*/ 6858000 h 6858000"/>
              <a:gd name="connsiteX3" fmla="*/ 2947297 w 6578009"/>
              <a:gd name="connsiteY3" fmla="*/ 6858000 h 6858000"/>
              <a:gd name="connsiteX4" fmla="*/ 2740229 w 6578009"/>
              <a:gd name="connsiteY4" fmla="*/ 6703632 h 6858000"/>
              <a:gd name="connsiteX5" fmla="*/ 0 w 6578009"/>
              <a:gd name="connsiteY5" fmla="*/ 1026053 h 6858000"/>
              <a:gd name="connsiteX6" fmla="*/ 37438 w 6578009"/>
              <a:gd name="connsiteY6" fmla="*/ 28466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78009" h="6858000">
                <a:moveTo>
                  <a:pt x="73610" y="0"/>
                </a:moveTo>
                <a:lnTo>
                  <a:pt x="6578009" y="0"/>
                </a:lnTo>
                <a:lnTo>
                  <a:pt x="6578009" y="6858000"/>
                </a:lnTo>
                <a:lnTo>
                  <a:pt x="2947297" y="6858000"/>
                </a:lnTo>
                <a:lnTo>
                  <a:pt x="2740229" y="6703632"/>
                </a:lnTo>
                <a:cubicBezTo>
                  <a:pt x="1070445" y="5375192"/>
                  <a:pt x="0" y="3325631"/>
                  <a:pt x="0" y="1026053"/>
                </a:cubicBezTo>
                <a:cubicBezTo>
                  <a:pt x="0" y="775760"/>
                  <a:pt x="12683" y="528427"/>
                  <a:pt x="37438" y="28466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3C26DC-8AFA-4023-B207-F7664781D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72376" y="0"/>
            <a:ext cx="6419624" cy="6858000"/>
          </a:xfrm>
          <a:custGeom>
            <a:avLst/>
            <a:gdLst>
              <a:gd name="connsiteX0" fmla="*/ 6344630 w 6419624"/>
              <a:gd name="connsiteY0" fmla="*/ 0 h 6858000"/>
              <a:gd name="connsiteX1" fmla="*/ 0 w 6419624"/>
              <a:gd name="connsiteY1" fmla="*/ 0 h 6858000"/>
              <a:gd name="connsiteX2" fmla="*/ 0 w 6419624"/>
              <a:gd name="connsiteY2" fmla="*/ 6858000 h 6858000"/>
              <a:gd name="connsiteX3" fmla="*/ 3344107 w 6419624"/>
              <a:gd name="connsiteY3" fmla="*/ 6858000 h 6858000"/>
              <a:gd name="connsiteX4" fmla="*/ 3509562 w 6419624"/>
              <a:gd name="connsiteY4" fmla="*/ 6745502 h 6858000"/>
              <a:gd name="connsiteX5" fmla="*/ 6419624 w 6419624"/>
              <a:gd name="connsiteY5" fmla="*/ 1026052 h 6858000"/>
              <a:gd name="connsiteX6" fmla="*/ 6383100 w 6419624"/>
              <a:gd name="connsiteY6" fmla="*/ 3027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9624" h="6858000">
                <a:moveTo>
                  <a:pt x="6344630" y="0"/>
                </a:moveTo>
                <a:lnTo>
                  <a:pt x="0" y="0"/>
                </a:lnTo>
                <a:lnTo>
                  <a:pt x="0" y="6858000"/>
                </a:lnTo>
                <a:lnTo>
                  <a:pt x="3344107" y="6858000"/>
                </a:lnTo>
                <a:lnTo>
                  <a:pt x="3509562" y="6745502"/>
                </a:lnTo>
                <a:cubicBezTo>
                  <a:pt x="5273452" y="5459025"/>
                  <a:pt x="6419624" y="3376391"/>
                  <a:pt x="6419624" y="1026052"/>
                </a:cubicBezTo>
                <a:cubicBezTo>
                  <a:pt x="6419624" y="781861"/>
                  <a:pt x="6407252" y="540560"/>
                  <a:pt x="6383100" y="302741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522D662-B154-4BF9-A5E4-7A8F7A939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742" y="632113"/>
            <a:ext cx="3787466" cy="41964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DE92609C-6D76-4F70-A230-565E6C2E9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3429000"/>
            <a:ext cx="4572000" cy="2799111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Jenny Salinas</a:t>
            </a:r>
          </a:p>
          <a:p>
            <a:r>
              <a:rPr lang="en-US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Dushyant Vaishnaw</a:t>
            </a:r>
          </a:p>
          <a:p>
            <a:r>
              <a:rPr lang="en-US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Alicia Loya</a:t>
            </a:r>
          </a:p>
          <a:p>
            <a:r>
              <a:rPr lang="en-US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John Bergstrom</a:t>
            </a:r>
          </a:p>
          <a:p>
            <a:r>
              <a:rPr lang="en-US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Jonah Wiley</a:t>
            </a:r>
          </a:p>
        </p:txBody>
      </p:sp>
    </p:spTree>
    <p:extLst>
      <p:ext uri="{BB962C8B-B14F-4D97-AF65-F5344CB8AC3E}">
        <p14:creationId xmlns:p14="http://schemas.microsoft.com/office/powerpoint/2010/main" val="4220764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9EA19F-E492-F160-38DF-B87DF53DB5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85C2D-FCC1-4072-A18F-AC812909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2FCFAEC-F22C-4E19-9087-84389CED62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41430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2422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D6D0C-6C04-4F69-AE55-9812A09B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69322"/>
            <a:ext cx="10905066" cy="436202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01E63-8DC8-49CB-9EEF-D326550F54E7}"/>
              </a:ext>
            </a:extLst>
          </p:cNvPr>
          <p:cNvSpPr txBox="1"/>
          <p:nvPr/>
        </p:nvSpPr>
        <p:spPr>
          <a:xfrm>
            <a:off x="1360857" y="998876"/>
            <a:ext cx="1810314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</a:t>
            </a:r>
          </a:p>
        </p:txBody>
      </p:sp>
    </p:spTree>
    <p:extLst>
      <p:ext uri="{BB962C8B-B14F-4D97-AF65-F5344CB8AC3E}">
        <p14:creationId xmlns:p14="http://schemas.microsoft.com/office/powerpoint/2010/main" val="46605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0B8D6-C00A-4CB6-865D-62E8780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Measurement Plan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14B0F-A23A-4CA3-BFA4-62736E76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259176"/>
            <a:ext cx="6780700" cy="433964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249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88560-935B-42FA-8C5D-E1C114B2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549286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Current Goals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1E676-DC2B-4A30-B8F6-FFFCEBB0A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942" y="3139467"/>
            <a:ext cx="8054939" cy="2490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1793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4930C-344F-4804-8E05-2EC7B0E9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Orders shipped in a week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A871B1-287C-4465-B294-E1DD24257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" y="2448586"/>
            <a:ext cx="12188823" cy="302753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064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CEA5-6465-4BBB-B013-6E8399F0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picking-Time studies (Before)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FE9C6A-FF48-4788-AF43-948D9C4B4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7151"/>
            <a:ext cx="7077075" cy="3943350"/>
          </a:xfrm>
        </p:spPr>
      </p:pic>
    </p:spTree>
    <p:extLst>
      <p:ext uri="{BB962C8B-B14F-4D97-AF65-F5344CB8AC3E}">
        <p14:creationId xmlns:p14="http://schemas.microsoft.com/office/powerpoint/2010/main" val="12895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B9C0D-2BBE-4DFC-8368-9D0D4AF2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0" y="241218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Items’ Description and Weight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3CA07B-814E-49CB-81CE-4D5E64D7E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7" y="2252500"/>
            <a:ext cx="3752208" cy="4096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172A79D-49BD-454C-B7C8-210E09EBA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06242" y="2419142"/>
            <a:ext cx="7758741" cy="376322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2649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6787E-ED01-4381-8666-C593753F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Overall Family Categories with Weight Range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3A710C-F2A3-42BC-A5E6-632FFD2E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303"/>
            <a:ext cx="10583056" cy="54614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382030-7AC0-4CF2-8965-62CCC6E95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203" y="6374568"/>
            <a:ext cx="1339797" cy="48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00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9BFD-7200-44F6-AF1B-8BE8239F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Picking Racks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B9B8F-C5E9-4EB0-B3CA-C9874F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racks available: 36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9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06DDA-6915-4C15-B73A-39D3B721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061"/>
            <a:ext cx="3125718" cy="8180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Slotting Tool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76FFC1-762F-47F5-AAC5-B0DD08DC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052"/>
            <a:ext cx="12192000" cy="3840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6C67B0-D9AD-4184-99E3-01DCEDC1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859" y="2973375"/>
            <a:ext cx="6843599" cy="35403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782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Avenir Next LT Pro</vt:lpstr>
      <vt:lpstr>Calibri</vt:lpstr>
      <vt:lpstr>Calibri Light</vt:lpstr>
      <vt:lpstr>Delivery</vt:lpstr>
      <vt:lpstr>Tahoma</vt:lpstr>
      <vt:lpstr>Office Theme</vt:lpstr>
      <vt:lpstr>Re-slotting Optimization Project</vt:lpstr>
      <vt:lpstr>Agenda</vt:lpstr>
      <vt:lpstr>PowerPoint Presentation</vt:lpstr>
      <vt:lpstr>Measurement Plan</vt:lpstr>
      <vt:lpstr>Current Goals</vt:lpstr>
      <vt:lpstr>Orders shipped in a week</vt:lpstr>
      <vt:lpstr>Case picking-Time studies (Before)</vt:lpstr>
      <vt:lpstr>Items’ Description and Weight</vt:lpstr>
      <vt:lpstr>Overall Family Categories with Weight Range</vt:lpstr>
      <vt:lpstr>Case Picking Racks</vt:lpstr>
      <vt:lpstr>Slotting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Re-slotting Optimization Project</dc:title>
  <dc:creator>Jenny Salinas (DHL Supply Chain)</dc:creator>
  <cp:lastModifiedBy>Jenny Salinas (DHL Supply Chain)</cp:lastModifiedBy>
  <cp:revision>51</cp:revision>
  <dcterms:created xsi:type="dcterms:W3CDTF">2022-06-10T16:04:40Z</dcterms:created>
  <dcterms:modified xsi:type="dcterms:W3CDTF">2022-06-29T22:11:53Z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6915f3-2f02-4945-8997-f2963298db46_Enabled">
    <vt:lpwstr>true</vt:lpwstr>
  </property>
  <property fmtid="{D5CDD505-2E9C-101B-9397-08002B2CF9AE}" pid="3" name="MSIP_Label_736915f3-2f02-4945-8997-f2963298db46_SetDate">
    <vt:lpwstr>2022-06-29T22:11:53Z</vt:lpwstr>
  </property>
  <property fmtid="{D5CDD505-2E9C-101B-9397-08002B2CF9AE}" pid="4" name="MSIP_Label_736915f3-2f02-4945-8997-f2963298db46_Method">
    <vt:lpwstr>Standard</vt:lpwstr>
  </property>
  <property fmtid="{D5CDD505-2E9C-101B-9397-08002B2CF9AE}" pid="5" name="MSIP_Label_736915f3-2f02-4945-8997-f2963298db46_Name">
    <vt:lpwstr>Internal</vt:lpwstr>
  </property>
  <property fmtid="{D5CDD505-2E9C-101B-9397-08002B2CF9AE}" pid="6" name="MSIP_Label_736915f3-2f02-4945-8997-f2963298db46_SiteId">
    <vt:lpwstr>cd99fef8-1cd3-4a2a-9bdf-15531181d65e</vt:lpwstr>
  </property>
  <property fmtid="{D5CDD505-2E9C-101B-9397-08002B2CF9AE}" pid="7" name="MSIP_Label_736915f3-2f02-4945-8997-f2963298db46_ActionId">
    <vt:lpwstr>d3c8cdf7-2e36-4cb5-8f6c-9186edd20456</vt:lpwstr>
  </property>
  <property fmtid="{D5CDD505-2E9C-101B-9397-08002B2CF9AE}" pid="8" name="MSIP_Label_736915f3-2f02-4945-8997-f2963298db46_ContentBits">
    <vt:lpwstr>1</vt:lpwstr>
  </property>
</Properties>
</file>